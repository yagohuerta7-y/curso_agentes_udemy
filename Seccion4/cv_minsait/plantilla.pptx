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fair Display"/>
      <p:regular r:id="rId7"/>
      <p:bold r:id="rId8"/>
      <p:italic r:id="rId9"/>
      <p:boldItalic r:id="rId10"/>
    </p:embeddedFont>
    <p:embeddedFont>
      <p:font typeface="Quattrocento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sBPnsiPztUIhG878nF8s8qGw/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fairDisplay-regular.fntdata"/><Relationship Id="rId8" Type="http://schemas.openxmlformats.org/officeDocument/2006/relationships/font" Target="fonts/PlayfairDisplay-bold.fntdata"/><Relationship Id="rId9" Type="http://schemas.openxmlformats.org/officeDocument/2006/relationships/font" Target="fonts/PlayfairDisplay-italic.fntdata"/><Relationship Id="rId10" Type="http://schemas.openxmlformats.org/officeDocument/2006/relationships/font" Target="fonts/PlayfairDisplay-boldItalic.fntdata"/><Relationship Id="rId11" Type="http://schemas.openxmlformats.org/officeDocument/2006/relationships/font" Target="fonts/QuattrocentoSans-regular.fntdata"/><Relationship Id="rId12" Type="http://schemas.openxmlformats.org/officeDocument/2006/relationships/font" Target="fonts/QuattrocentoSans-bold.fntdata"/><Relationship Id="rId13" Type="http://schemas.openxmlformats.org/officeDocument/2006/relationships/font" Target="fonts/QuattrocentoSans-italic.fntdata"/><Relationship Id="rId14" Type="http://schemas.openxmlformats.org/officeDocument/2006/relationships/font" Target="fonts/QuattrocentoSans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se - Gris Cerámica">
  <p:cSld name="Slide Base - Gris Cerámica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35360" y="549276"/>
            <a:ext cx="11521678" cy="8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35359" y="1496513"/>
            <a:ext cx="11521679" cy="51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334962" y="2250332"/>
            <a:ext cx="11522075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111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4pPr>
            <a:lvl5pPr indent="-3111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body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s Cerámica + Subtítulo Superior">
  <p:cSld name="Gris Cerámica + Subtítulo Superio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35360" y="549276"/>
            <a:ext cx="5501237" cy="73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34963" y="2250332"/>
            <a:ext cx="5501634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335360" y="323548"/>
            <a:ext cx="550123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body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6096000" y="0"/>
            <a:ext cx="0" cy="128016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" name="Google Shape;27;p4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se - Pruno">
  <p:cSld name="Slide Base - Pruno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35360" y="549274"/>
            <a:ext cx="11521678" cy="67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334962" y="2250332"/>
            <a:ext cx="11522075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indent="-3111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indent="-3111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body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uno + Subtítulo Superior">
  <p:cSld name="Pruno + Subtítulo Superio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35360" y="549276"/>
            <a:ext cx="5501237" cy="732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34963" y="2250332"/>
            <a:ext cx="5501634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35360" y="323548"/>
            <a:ext cx="550123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1" name="Google Shape;41;p6"/>
          <p:cNvCxnSpPr/>
          <p:nvPr/>
        </p:nvCxnSpPr>
        <p:spPr>
          <a:xfrm>
            <a:off x="6096000" y="-1"/>
            <a:ext cx="0" cy="128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2" name="Google Shape;42;p6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se - Pruno Oscuro">
  <p:cSld name="Slide Base - Pruno Oscuro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335360" y="549274"/>
            <a:ext cx="11521678" cy="67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35360" y="1496513"/>
            <a:ext cx="11521678" cy="51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334962" y="2250332"/>
            <a:ext cx="11522075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3pPr>
            <a:lvl4pPr indent="-31115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4pPr>
            <a:lvl5pPr indent="-31115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Char char="•"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uno Oscuro + Subtítulo Superior">
  <p:cSld name="Pruno Oscuro + Subtítulo Superior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35360" y="549276"/>
            <a:ext cx="5501237" cy="732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334963" y="2250332"/>
            <a:ext cx="5501634" cy="358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4pPr>
            <a:lvl5pPr indent="-228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335360" y="323548"/>
            <a:ext cx="550123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6" name="Google Shape;56;p8"/>
          <p:cNvCxnSpPr/>
          <p:nvPr/>
        </p:nvCxnSpPr>
        <p:spPr>
          <a:xfrm>
            <a:off x="6096000" y="-1"/>
            <a:ext cx="0" cy="128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8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uno + Full Imagen">
  <p:cSld name="Pruno + Full Imagen"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9950892" y="6307630"/>
            <a:ext cx="1905748" cy="181586"/>
            <a:chOff x="680" y="1856"/>
            <a:chExt cx="6318" cy="602"/>
          </a:xfrm>
        </p:grpSpPr>
        <p:sp>
          <p:nvSpPr>
            <p:cNvPr id="60" name="Google Shape;60;p9"/>
            <p:cNvSpPr/>
            <p:nvPr/>
          </p:nvSpPr>
          <p:spPr>
            <a:xfrm>
              <a:off x="680" y="2202"/>
              <a:ext cx="1122" cy="256"/>
            </a:xfrm>
            <a:custGeom>
              <a:rect b="b" l="l" r="r" t="t"/>
              <a:pathLst>
                <a:path extrusionOk="0" h="257" w="1126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680" y="1856"/>
              <a:ext cx="1122" cy="256"/>
            </a:xfrm>
            <a:custGeom>
              <a:rect b="b" l="l" r="r" t="t"/>
              <a:pathLst>
                <a:path extrusionOk="0" h="257" w="1126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2116" y="1893"/>
              <a:ext cx="4882" cy="542"/>
            </a:xfrm>
            <a:custGeom>
              <a:rect b="b" l="l" r="r" t="t"/>
              <a:pathLst>
                <a:path extrusionOk="0" h="544" w="4897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9"/>
          <p:cNvSpPr/>
          <p:nvPr>
            <p:ph idx="2" type="pic"/>
          </p:nvPr>
        </p:nvSpPr>
        <p:spPr>
          <a:xfrm>
            <a:off x="335360" y="346274"/>
            <a:ext cx="11521678" cy="5760840"/>
          </a:xfrm>
          <a:prstGeom prst="snip2DiagRect">
            <a:avLst>
              <a:gd fmla="val 2160" name="adj1"/>
              <a:gd fmla="val 2121" name="adj2"/>
            </a:avLst>
          </a:prstGeom>
          <a:noFill/>
          <a:ln>
            <a:noFill/>
          </a:ln>
        </p:spPr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s Cerámica + Full Imagen">
  <p:cSld name="Gris Cerámica + Full Imagen"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335360" y="346274"/>
            <a:ext cx="11521678" cy="5760840"/>
          </a:xfrm>
          <a:prstGeom prst="snip2DiagRect">
            <a:avLst>
              <a:gd fmla="val 2160" name="adj1"/>
              <a:gd fmla="val 2121" name="adj2"/>
            </a:avLst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8" name="Google Shape;68;p10"/>
          <p:cNvGrpSpPr/>
          <p:nvPr/>
        </p:nvGrpSpPr>
        <p:grpSpPr>
          <a:xfrm>
            <a:off x="9950892" y="6307630"/>
            <a:ext cx="1905748" cy="181586"/>
            <a:chOff x="680" y="1856"/>
            <a:chExt cx="6318" cy="602"/>
          </a:xfrm>
        </p:grpSpPr>
        <p:sp>
          <p:nvSpPr>
            <p:cNvPr id="69" name="Google Shape;69;p10"/>
            <p:cNvSpPr/>
            <p:nvPr/>
          </p:nvSpPr>
          <p:spPr>
            <a:xfrm>
              <a:off x="680" y="2202"/>
              <a:ext cx="1122" cy="256"/>
            </a:xfrm>
            <a:custGeom>
              <a:rect b="b" l="l" r="r" t="t"/>
              <a:pathLst>
                <a:path extrusionOk="0" h="257" w="1126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solidFill>
              <a:srgbClr val="4F06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680" y="1856"/>
              <a:ext cx="1122" cy="256"/>
            </a:xfrm>
            <a:custGeom>
              <a:rect b="b" l="l" r="r" t="t"/>
              <a:pathLst>
                <a:path extrusionOk="0" h="257" w="1126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solidFill>
              <a:srgbClr val="4F06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2116" y="1893"/>
              <a:ext cx="4882" cy="542"/>
            </a:xfrm>
            <a:custGeom>
              <a:rect b="b" l="l" r="r" t="t"/>
              <a:pathLst>
                <a:path extrusionOk="0" h="544" w="4897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solidFill>
              <a:srgbClr val="4F062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Full-Size">
  <p:cSld name="Imagen Full-Size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/>
        </p:nvSpPr>
        <p:spPr>
          <a:xfrm>
            <a:off x="11472672" y="6401514"/>
            <a:ext cx="383968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fld id="{00000000-1234-1234-1234-123412341234}" type="slidenum">
              <a:rPr b="0" i="0" lang="es-MX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 type="blank">
  <p:cSld name="BLANK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Portada Foto">
  <p:cSld name="1. Portada Fot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>
            <p:ph idx="2" type="pic"/>
          </p:nvPr>
        </p:nvSpPr>
        <p:spPr>
          <a:xfrm>
            <a:off x="0" y="1"/>
            <a:ext cx="12192000" cy="687741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336002" y="383588"/>
            <a:ext cx="3725333" cy="214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3" type="body"/>
          </p:nvPr>
        </p:nvSpPr>
        <p:spPr>
          <a:xfrm>
            <a:off x="336002" y="689239"/>
            <a:ext cx="3725333" cy="15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4"/>
          <p:cNvSpPr/>
          <p:nvPr>
            <p:ph idx="4" type="pic"/>
          </p:nvPr>
        </p:nvSpPr>
        <p:spPr>
          <a:xfrm>
            <a:off x="336001" y="986368"/>
            <a:ext cx="1799167" cy="639233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4539953" y="2873078"/>
            <a:ext cx="6626811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fair Display"/>
              <a:buNone/>
              <a:defRPr b="0" i="0" sz="6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Portada foto 2">
  <p:cSld name="2. Portada foto 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336001" y="3311237"/>
            <a:ext cx="4842163" cy="248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3" type="body"/>
          </p:nvPr>
        </p:nvSpPr>
        <p:spPr>
          <a:xfrm>
            <a:off x="336002" y="3743044"/>
            <a:ext cx="3725333" cy="15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/>
          <p:nvPr>
            <p:ph idx="4" type="pic"/>
          </p:nvPr>
        </p:nvSpPr>
        <p:spPr>
          <a:xfrm>
            <a:off x="336001" y="382573"/>
            <a:ext cx="1799167" cy="639233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349674" y="1421648"/>
            <a:ext cx="756399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Playfair Display"/>
              <a:buNone/>
              <a:defRPr b="0" i="0" sz="53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Portada blanca">
  <p:cSld name="3. Portada blanca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36001" y="4414944"/>
            <a:ext cx="5651500" cy="290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336001" y="2428696"/>
            <a:ext cx="6310745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Playfair Display"/>
              <a:buNone/>
              <a:defRPr b="0" i="0" sz="53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336001" y="4853095"/>
            <a:ext cx="5651500" cy="199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6"/>
          <p:cNvSpPr/>
          <p:nvPr>
            <p:ph idx="3" type="pic"/>
          </p:nvPr>
        </p:nvSpPr>
        <p:spPr>
          <a:xfrm>
            <a:off x="336001" y="986368"/>
            <a:ext cx="1799167" cy="639233"/>
          </a:xfrm>
          <a:prstGeom prst="rect">
            <a:avLst/>
          </a:prstGeom>
          <a:noFill/>
          <a:ln>
            <a:noFill/>
          </a:ln>
        </p:spPr>
      </p:sp>
      <p:pic>
        <p:nvPicPr>
          <p:cNvPr id="96" name="Google Shape;9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5667" y="6337300"/>
            <a:ext cx="1444604" cy="17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1" y="6118993"/>
            <a:ext cx="1795156" cy="356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>
  <p:cSld name="Indic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04835" y="2444255"/>
            <a:ext cx="1775333" cy="3577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2303669" y="2444254"/>
            <a:ext cx="1802664" cy="357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ndice">
  <p:cSld name="1_Indice">
    <p:bg>
      <p:bgPr>
        <a:solidFill>
          <a:schemeClr val="l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36000" y="645586"/>
            <a:ext cx="11017800" cy="86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10020302" y="6342717"/>
            <a:ext cx="1291167" cy="134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4328252" y="2232949"/>
            <a:ext cx="7939453" cy="4757592"/>
          </a:xfrm>
          <a:custGeom>
            <a:rect b="b" l="l" r="r" t="t"/>
            <a:pathLst>
              <a:path extrusionOk="0" h="2142697" w="3575725">
                <a:moveTo>
                  <a:pt x="0" y="2126285"/>
                </a:moveTo>
                <a:cubicBezTo>
                  <a:pt x="3156" y="1423160"/>
                  <a:pt x="-1211" y="1724205"/>
                  <a:pt x="1945" y="1021080"/>
                </a:cubicBezTo>
                <a:lnTo>
                  <a:pt x="3575725" y="0"/>
                </a:lnTo>
                <a:cubicBezTo>
                  <a:pt x="3575401" y="714232"/>
                  <a:pt x="3575076" y="1428465"/>
                  <a:pt x="3574752" y="2142697"/>
                </a:cubicBezTo>
                <a:lnTo>
                  <a:pt x="2606583" y="2141725"/>
                </a:lnTo>
                <a:lnTo>
                  <a:pt x="0" y="212628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96365" y="894269"/>
            <a:ext cx="7956155" cy="6096272"/>
          </a:xfrm>
          <a:custGeom>
            <a:rect b="b" l="l" r="r" t="t"/>
            <a:pathLst>
              <a:path extrusionOk="0" h="2745604" w="3583247">
                <a:moveTo>
                  <a:pt x="0" y="2736231"/>
                </a:moveTo>
                <a:cubicBezTo>
                  <a:pt x="3156" y="2033106"/>
                  <a:pt x="6311" y="1724205"/>
                  <a:pt x="9467" y="1021080"/>
                </a:cubicBezTo>
                <a:lnTo>
                  <a:pt x="3583247" y="0"/>
                </a:lnTo>
                <a:cubicBezTo>
                  <a:pt x="3582151" y="915201"/>
                  <a:pt x="3581056" y="1830403"/>
                  <a:pt x="3579960" y="2745604"/>
                </a:cubicBezTo>
                <a:lnTo>
                  <a:pt x="1448410" y="2740388"/>
                </a:lnTo>
                <a:lnTo>
                  <a:pt x="0" y="2736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-92286" y="20016"/>
            <a:ext cx="8259460" cy="6970525"/>
          </a:xfrm>
          <a:custGeom>
            <a:rect b="b" l="l" r="r" t="t"/>
            <a:pathLst>
              <a:path extrusionOk="0" h="3139345" w="3583247">
                <a:moveTo>
                  <a:pt x="0" y="3130454"/>
                </a:moveTo>
                <a:cubicBezTo>
                  <a:pt x="3156" y="2427329"/>
                  <a:pt x="6311" y="1724205"/>
                  <a:pt x="9467" y="1021080"/>
                </a:cubicBezTo>
                <a:lnTo>
                  <a:pt x="3583247" y="0"/>
                </a:lnTo>
                <a:lnTo>
                  <a:pt x="3578513" y="3139345"/>
                </a:lnTo>
                <a:lnTo>
                  <a:pt x="1011948" y="3134611"/>
                </a:lnTo>
                <a:lnTo>
                  <a:pt x="0" y="313045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404837" y="712436"/>
            <a:ext cx="7553833" cy="71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Playfair Display"/>
              <a:buNone/>
              <a:defRPr b="0" i="0" sz="53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9"/>
          <p:cNvSpPr/>
          <p:nvPr/>
        </p:nvSpPr>
        <p:spPr>
          <a:xfrm>
            <a:off x="7744693" y="3699164"/>
            <a:ext cx="2575779" cy="3810000"/>
          </a:xfrm>
          <a:custGeom>
            <a:rect b="b" l="l" r="r" t="t"/>
            <a:pathLst>
              <a:path extrusionOk="0" h="2857500" w="1610767">
                <a:moveTo>
                  <a:pt x="0" y="0"/>
                </a:moveTo>
                <a:lnTo>
                  <a:pt x="1610590" y="477982"/>
                </a:lnTo>
                <a:cubicBezTo>
                  <a:pt x="1614054" y="1274618"/>
                  <a:pt x="1565563" y="2060864"/>
                  <a:pt x="1569027" y="2857500"/>
                </a:cubicBez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10128451" y="2715494"/>
            <a:ext cx="1010607" cy="4793673"/>
          </a:xfrm>
          <a:custGeom>
            <a:rect b="b" l="l" r="r" t="t"/>
            <a:pathLst>
              <a:path extrusionOk="0" h="3595255" w="985405">
                <a:moveTo>
                  <a:pt x="0" y="0"/>
                </a:moveTo>
                <a:lnTo>
                  <a:pt x="985405" y="259773"/>
                </a:lnTo>
                <a:lnTo>
                  <a:pt x="985405" y="3595255"/>
                </a:lnTo>
                <a:lnTo>
                  <a:pt x="0" y="35952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10992547" y="1288475"/>
            <a:ext cx="1383028" cy="6220692"/>
          </a:xfrm>
          <a:custGeom>
            <a:rect b="b" l="l" r="r" t="t"/>
            <a:pathLst>
              <a:path extrusionOk="0" h="4665519" w="1289338">
                <a:moveTo>
                  <a:pt x="0" y="0"/>
                </a:moveTo>
                <a:lnTo>
                  <a:pt x="1278947" y="394854"/>
                </a:lnTo>
                <a:cubicBezTo>
                  <a:pt x="1282411" y="1818409"/>
                  <a:pt x="1285874" y="3241964"/>
                  <a:pt x="1289338" y="4665519"/>
                </a:cubicBezTo>
                <a:lnTo>
                  <a:pt x="0" y="46655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ndice">
  <p:cSld name="2_Indice"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36000" y="645585"/>
            <a:ext cx="11017800" cy="86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10020301" y="6342715"/>
            <a:ext cx="1291167" cy="134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4328252" y="2232949"/>
            <a:ext cx="7939453" cy="4757592"/>
          </a:xfrm>
          <a:custGeom>
            <a:rect b="b" l="l" r="r" t="t"/>
            <a:pathLst>
              <a:path extrusionOk="0" h="2142697" w="3575725">
                <a:moveTo>
                  <a:pt x="0" y="2126285"/>
                </a:moveTo>
                <a:cubicBezTo>
                  <a:pt x="3156" y="1423160"/>
                  <a:pt x="-1211" y="1724205"/>
                  <a:pt x="1945" y="1021080"/>
                </a:cubicBezTo>
                <a:lnTo>
                  <a:pt x="3575725" y="0"/>
                </a:lnTo>
                <a:cubicBezTo>
                  <a:pt x="3575401" y="714232"/>
                  <a:pt x="3575076" y="1428465"/>
                  <a:pt x="3574752" y="2142697"/>
                </a:cubicBezTo>
                <a:lnTo>
                  <a:pt x="2606583" y="2141725"/>
                </a:lnTo>
                <a:lnTo>
                  <a:pt x="0" y="212628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796364" y="894269"/>
            <a:ext cx="7956155" cy="6096272"/>
          </a:xfrm>
          <a:custGeom>
            <a:rect b="b" l="l" r="r" t="t"/>
            <a:pathLst>
              <a:path extrusionOk="0" h="2745604" w="3583247">
                <a:moveTo>
                  <a:pt x="0" y="2736231"/>
                </a:moveTo>
                <a:cubicBezTo>
                  <a:pt x="3156" y="2033106"/>
                  <a:pt x="6311" y="1724205"/>
                  <a:pt x="9467" y="1021080"/>
                </a:cubicBezTo>
                <a:lnTo>
                  <a:pt x="3583247" y="0"/>
                </a:lnTo>
                <a:cubicBezTo>
                  <a:pt x="3582151" y="915201"/>
                  <a:pt x="3581056" y="1830403"/>
                  <a:pt x="3579960" y="2745604"/>
                </a:cubicBezTo>
                <a:lnTo>
                  <a:pt x="1448410" y="2740388"/>
                </a:lnTo>
                <a:lnTo>
                  <a:pt x="0" y="2736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-92286" y="20016"/>
            <a:ext cx="8259460" cy="6970525"/>
          </a:xfrm>
          <a:custGeom>
            <a:rect b="b" l="l" r="r" t="t"/>
            <a:pathLst>
              <a:path extrusionOk="0" h="3139345" w="3583247">
                <a:moveTo>
                  <a:pt x="0" y="3130454"/>
                </a:moveTo>
                <a:cubicBezTo>
                  <a:pt x="3156" y="2427329"/>
                  <a:pt x="6311" y="1724205"/>
                  <a:pt x="9467" y="1021080"/>
                </a:cubicBezTo>
                <a:lnTo>
                  <a:pt x="3583247" y="0"/>
                </a:lnTo>
                <a:lnTo>
                  <a:pt x="3578513" y="3139345"/>
                </a:lnTo>
                <a:lnTo>
                  <a:pt x="1011948" y="3134611"/>
                </a:lnTo>
                <a:lnTo>
                  <a:pt x="0" y="313045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a n1. Grafito">
  <p:cSld name="Separata n1. Grafito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336001" y="1592919"/>
            <a:ext cx="6951931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a n1. Piel">
  <p:cSld name="Separata n1. Piel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36002" y="1592919"/>
            <a:ext cx="6938076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22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a n1. Amarillo">
  <p:cSld name="Separata n1. Amarillo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3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parata n1. Naranja">
  <p:cSld name="1_Separata n1. Naranja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24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parata n1. Rojo">
  <p:cSld name="2_Separata n1. Rojo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5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parata n1. Verde">
  <p:cSld name="3_Separata n1. Verd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6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26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26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parata n1. Azul">
  <p:cSld name="4_Separata n1. Azul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27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parata n1. Morado">
  <p:cSld name="5_Separata n1. Morado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7457440" y="40640"/>
            <a:ext cx="4785360" cy="6868160"/>
          </a:xfrm>
          <a:custGeom>
            <a:rect b="b" l="l" r="r" t="t"/>
            <a:pathLst>
              <a:path extrusionOk="0" h="5151120" w="3589020">
                <a:moveTo>
                  <a:pt x="15240" y="5090160"/>
                </a:moveTo>
                <a:lnTo>
                  <a:pt x="15240" y="1021080"/>
                </a:lnTo>
                <a:lnTo>
                  <a:pt x="3589020" y="0"/>
                </a:lnTo>
                <a:lnTo>
                  <a:pt x="3589020" y="5151120"/>
                </a:lnTo>
                <a:lnTo>
                  <a:pt x="0" y="5151120"/>
                </a:lnTo>
                <a:lnTo>
                  <a:pt x="15240" y="50901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type="title"/>
          </p:nvPr>
        </p:nvSpPr>
        <p:spPr>
          <a:xfrm>
            <a:off x="336002" y="1592919"/>
            <a:ext cx="705260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2" type="body"/>
          </p:nvPr>
        </p:nvSpPr>
        <p:spPr>
          <a:xfrm>
            <a:off x="8081435" y="1503238"/>
            <a:ext cx="3734647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28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Grafito">
  <p:cSld name="Separa n2_Grafito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29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Piel">
  <p:cSld name="Separa n2_Piel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3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1_Amarillo">
  <p:cSld name="Separa n1_Amarillo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1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31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Naranja">
  <p:cSld name="Separa n2_Naranja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2"/>
          <p:cNvSpPr txBox="1"/>
          <p:nvPr>
            <p:ph type="title"/>
          </p:nvPr>
        </p:nvSpPr>
        <p:spPr>
          <a:xfrm>
            <a:off x="336002" y="1592919"/>
            <a:ext cx="6818927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2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rojo">
  <p:cSld name="Separa n2_rojo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3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Verde">
  <p:cSld name="Separa n2_Verde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34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Azul">
  <p:cSld name="Separa n2_Azul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5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5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5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5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 n2_Morado">
  <p:cSld name="Separa n2_Morado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/>
          <p:nvPr/>
        </p:nvSpPr>
        <p:spPr>
          <a:xfrm>
            <a:off x="8633458" y="3190460"/>
            <a:ext cx="3839167" cy="3980157"/>
          </a:xfrm>
          <a:custGeom>
            <a:rect b="b" l="l" r="r" t="t"/>
            <a:pathLst>
              <a:path extrusionOk="0" h="2985118" w="2879375">
                <a:moveTo>
                  <a:pt x="0" y="2169160"/>
                </a:moveTo>
                <a:lnTo>
                  <a:pt x="0" y="817880"/>
                </a:lnTo>
                <a:lnTo>
                  <a:pt x="2877820" y="0"/>
                </a:lnTo>
                <a:cubicBezTo>
                  <a:pt x="2876127" y="797560"/>
                  <a:pt x="2880685" y="2161535"/>
                  <a:pt x="2878992" y="2959095"/>
                </a:cubicBezTo>
                <a:lnTo>
                  <a:pt x="8239" y="2985118"/>
                </a:lnTo>
                <a:cubicBezTo>
                  <a:pt x="5493" y="2713132"/>
                  <a:pt x="2746" y="2441146"/>
                  <a:pt x="0" y="21691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6154654" y="3533833"/>
            <a:ext cx="6451367" cy="3440631"/>
          </a:xfrm>
          <a:custGeom>
            <a:rect b="b" l="l" r="r" t="t"/>
            <a:pathLst>
              <a:path extrusionOk="0" h="1909972" w="3581301">
                <a:moveTo>
                  <a:pt x="3760" y="1860293"/>
                </a:moveTo>
                <a:cubicBezTo>
                  <a:pt x="2507" y="1580555"/>
                  <a:pt x="1253" y="1300818"/>
                  <a:pt x="0" y="1021080"/>
                </a:cubicBezTo>
                <a:lnTo>
                  <a:pt x="3573780" y="0"/>
                </a:lnTo>
                <a:lnTo>
                  <a:pt x="3581301" y="1906212"/>
                </a:lnTo>
                <a:lnTo>
                  <a:pt x="11080" y="1909972"/>
                </a:lnTo>
                <a:lnTo>
                  <a:pt x="3760" y="186029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7647939" y="3750356"/>
            <a:ext cx="4765040" cy="3224107"/>
          </a:xfrm>
          <a:custGeom>
            <a:rect b="b" l="l" r="r" t="t"/>
            <a:pathLst>
              <a:path extrusionOk="0" h="2418080" w="3573780">
                <a:moveTo>
                  <a:pt x="0" y="2372360"/>
                </a:moveTo>
                <a:lnTo>
                  <a:pt x="0" y="1021080"/>
                </a:lnTo>
                <a:lnTo>
                  <a:pt x="3573780" y="0"/>
                </a:lnTo>
                <a:cubicBezTo>
                  <a:pt x="3572087" y="797560"/>
                  <a:pt x="3570393" y="1595120"/>
                  <a:pt x="3568700" y="2392680"/>
                </a:cubicBezTo>
                <a:lnTo>
                  <a:pt x="0" y="2418080"/>
                </a:lnTo>
                <a:lnTo>
                  <a:pt x="0" y="23723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336001" y="3770675"/>
            <a:ext cx="5651499" cy="11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715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type="title"/>
          </p:nvPr>
        </p:nvSpPr>
        <p:spPr>
          <a:xfrm>
            <a:off x="336002" y="1592919"/>
            <a:ext cx="7553833" cy="16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Playfair Display"/>
              <a:buNone/>
              <a:defRPr b="0" i="0" sz="42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36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icpal_Gris">
  <p:cSld name="Idea Prinicpal_Gris">
    <p:bg>
      <p:bgPr>
        <a:solidFill>
          <a:schemeClr val="lt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383669" y="7253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3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Piel">
  <p:cSld name="Idea principal. Piel">
    <p:bg>
      <p:bgPr>
        <a:solidFill>
          <a:schemeClr val="dk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383673" y="7253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38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dea principal. Piel">
  <p:cSld name="1_Idea principal. Piel">
    <p:bg>
      <p:bgPr>
        <a:solidFill>
          <a:schemeClr val="dk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383671" y="7253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39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dea principal. Piel">
  <p:cSld name="2_Idea principal. Piel">
    <p:bg>
      <p:bgPr>
        <a:solidFill>
          <a:schemeClr val="dk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type="title"/>
          </p:nvPr>
        </p:nvSpPr>
        <p:spPr>
          <a:xfrm>
            <a:off x="383670" y="7253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40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dea principal. Piel">
  <p:cSld name="3_Idea principal. Piel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type="title"/>
          </p:nvPr>
        </p:nvSpPr>
        <p:spPr>
          <a:xfrm>
            <a:off x="383669" y="7253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4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dea principal. Piel">
  <p:cSld name="4_Idea principal. Piel">
    <p:bg>
      <p:bgPr>
        <a:solidFill>
          <a:schemeClr val="dk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383667" y="725392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42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Grafito">
  <p:cSld name="Idea principal. Grafito"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383667" y="725392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43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Amarillo">
  <p:cSld name="Idea principal. Amarillo">
    <p:bg>
      <p:bgPr>
        <a:solidFill>
          <a:schemeClr val="dk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4"/>
          <p:cNvSpPr txBox="1"/>
          <p:nvPr>
            <p:ph type="title"/>
          </p:nvPr>
        </p:nvSpPr>
        <p:spPr>
          <a:xfrm>
            <a:off x="383673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44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dea principal. Amarillo">
  <p:cSld name="1_Idea principal. Amarillo">
    <p:bg>
      <p:bgPr>
        <a:solidFill>
          <a:schemeClr val="dk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5"/>
          <p:cNvSpPr txBox="1"/>
          <p:nvPr>
            <p:ph type="title"/>
          </p:nvPr>
        </p:nvSpPr>
        <p:spPr>
          <a:xfrm>
            <a:off x="383671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45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dea principal. Amarillo">
  <p:cSld name="2_Idea principal. Amarillo">
    <p:bg>
      <p:bgPr>
        <a:solidFill>
          <a:schemeClr val="dk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 txBox="1"/>
          <p:nvPr>
            <p:ph type="title"/>
          </p:nvPr>
        </p:nvSpPr>
        <p:spPr>
          <a:xfrm>
            <a:off x="383670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46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dea principal. Amarillo">
  <p:cSld name="3_Idea principal. Amarillo">
    <p:bg>
      <p:bgPr>
        <a:solidFill>
          <a:schemeClr val="dk2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7"/>
          <p:cNvSpPr txBox="1"/>
          <p:nvPr>
            <p:ph type="title"/>
          </p:nvPr>
        </p:nvSpPr>
        <p:spPr>
          <a:xfrm>
            <a:off x="383669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9" name="Google Shape;319;p4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Naranja">
  <p:cSld name="Idea principal. Naranja"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83669" y="716496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48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Rosa">
  <p:cSld name="Idea principal. Rosa">
    <p:bg>
      <p:bgPr>
        <a:solidFill>
          <a:schemeClr val="dk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9"/>
          <p:cNvSpPr txBox="1"/>
          <p:nvPr>
            <p:ph type="title"/>
          </p:nvPr>
        </p:nvSpPr>
        <p:spPr>
          <a:xfrm>
            <a:off x="383669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1" name="Google Shape;331;p49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Verde">
  <p:cSld name="Idea principal. Verde">
    <p:bg>
      <p:bgPr>
        <a:solidFill>
          <a:schemeClr val="dk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0"/>
          <p:cNvSpPr txBox="1"/>
          <p:nvPr>
            <p:ph type="title"/>
          </p:nvPr>
        </p:nvSpPr>
        <p:spPr>
          <a:xfrm>
            <a:off x="383669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5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Azul">
  <p:cSld name="Idea principal. Azul">
    <p:bg>
      <p:bgPr>
        <a:solidFill>
          <a:schemeClr val="dk2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1"/>
          <p:cNvSpPr txBox="1"/>
          <p:nvPr>
            <p:ph type="title"/>
          </p:nvPr>
        </p:nvSpPr>
        <p:spPr>
          <a:xfrm>
            <a:off x="383669" y="716496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5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. Morado">
  <p:cSld name="Idea principal. Morado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2"/>
          <p:cNvSpPr txBox="1"/>
          <p:nvPr>
            <p:ph type="title"/>
          </p:nvPr>
        </p:nvSpPr>
        <p:spPr>
          <a:xfrm>
            <a:off x="383670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52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exto estándar">
  <p:cSld name="2. Texto estánda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3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5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55" name="Google Shape;355;p5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356" name="Google Shape;356;p5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8" name="Google Shape;35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3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2. Texto estándar">
  <p:cSld name="1_2. Texto estándar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54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64" name="Google Shape;364;p5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365" name="Google Shape;365;p5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54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2. Texto estándar">
  <p:cSld name="2_2. Texto estándar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71" name="Google Shape;371;p5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372" name="Google Shape;372;p5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4" name="Google Shape;37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5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8" name="Google Shape;378;p55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2. Texto estándar">
  <p:cSld name="3_2. Texto estánda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82" name="Google Shape;382;p5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383" name="Google Shape;383;p5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56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6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7" name="Google Shape;387;p56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exto grande">
  <p:cSld name="1. Texto grande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7"/>
          <p:cNvSpPr txBox="1"/>
          <p:nvPr>
            <p:ph type="title"/>
          </p:nvPr>
        </p:nvSpPr>
        <p:spPr>
          <a:xfrm>
            <a:off x="336005" y="649097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0" name="Google Shape;390;p57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91" name="Google Shape;391;p5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392" name="Google Shape;392;p5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4" name="Google Shape;39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1. Texto grande">
  <p:cSld name="6_1. Texto gran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 txBox="1"/>
          <p:nvPr>
            <p:ph type="title"/>
          </p:nvPr>
        </p:nvSpPr>
        <p:spPr>
          <a:xfrm>
            <a:off x="336005" y="649097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9" name="Google Shape;399;p58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00" name="Google Shape;400;p5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01" name="Google Shape;401;p5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58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. Texto grande">
  <p:cSld name="1_1. Texto grande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9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5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07" name="Google Shape;407;p5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08" name="Google Shape;408;p5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" name="Google Shape;410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9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1. Texto grande">
  <p:cSld name="7_1. Texto grande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6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16" name="Google Shape;416;p6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17" name="Google Shape;417;p6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6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60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1. Texto grande">
  <p:cSld name="2_1. Texto grand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1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6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23" name="Google Shape;423;p6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24" name="Google Shape;424;p6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6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6" name="Google Shape;426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1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1. Texto grande">
  <p:cSld name="8_1. Texto grand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62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32" name="Google Shape;432;p6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33" name="Google Shape;433;p6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6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62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1. Texto grande">
  <p:cSld name="3_1. Texto grande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8" name="Google Shape;438;p6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39" name="Google Shape;439;p6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40" name="Google Shape;440;p6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6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" name="Google Shape;44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3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1. Texto grande">
  <p:cSld name="9_1. Texto grande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7" name="Google Shape;447;p64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48" name="Google Shape;448;p6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49" name="Google Shape;449;p6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6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p64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1. Texto grande">
  <p:cSld name="4_1. Texto grande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5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6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55" name="Google Shape;455;p6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56" name="Google Shape;456;p6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6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8" name="Google Shape;45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61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5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1. Texto grande">
  <p:cSld name="10_1. Texto grande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6"/>
          <p:cNvSpPr txBox="1"/>
          <p:nvPr>
            <p:ph type="title"/>
          </p:nvPr>
        </p:nvSpPr>
        <p:spPr>
          <a:xfrm>
            <a:off x="336001" y="649097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3" name="Google Shape;463;p6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64" name="Google Shape;464;p6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65" name="Google Shape;465;p6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6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66"/>
          <p:cNvSpPr txBox="1"/>
          <p:nvPr/>
        </p:nvSpPr>
        <p:spPr>
          <a:xfrm>
            <a:off x="11472600" y="6501347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2. Texto estándar">
  <p:cSld name="4_2. Texto estánda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7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0" name="Google Shape;470;p6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71" name="Google Shape;471;p6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72" name="Google Shape;472;p6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6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4" name="Google Shape;47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7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2. Texto estándar">
  <p:cSld name="5_2. Texto estánda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8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9" name="Google Shape;479;p6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80" name="Google Shape;480;p6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81" name="Google Shape;481;p6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6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68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2. Texto estándar">
  <p:cSld name="6_2. Texto estándar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9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6" name="Google Shape;486;p6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87" name="Google Shape;487;p6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88" name="Google Shape;488;p6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6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0" name="Google Shape;49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69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69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4" name="Google Shape;494;p69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2. Texto estándar">
  <p:cSld name="7_2. Texto estándar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0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7" name="Google Shape;497;p7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98" name="Google Shape;498;p7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499" name="Google Shape;499;p7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1" name="Google Shape;50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7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0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0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5" name="Google Shape;505;p70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2. Texto estándar">
  <p:cSld name="8_2. Texto estándar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1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8" name="Google Shape;508;p7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09" name="Google Shape;509;p7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10" name="Google Shape;510;p7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71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1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4" name="Google Shape;514;p71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1. Texto grande">
  <p:cSld name="5_1. Texto grande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type="title"/>
          </p:nvPr>
        </p:nvSpPr>
        <p:spPr>
          <a:xfrm>
            <a:off x="336003" y="649095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7" name="Google Shape;517;p72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18" name="Google Shape;518;p7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19" name="Google Shape;519;p7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1" name="Google Shape;52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2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1. Texto grande">
  <p:cSld name="11_1. Texto grande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3"/>
          <p:cNvSpPr txBox="1"/>
          <p:nvPr>
            <p:ph type="title"/>
          </p:nvPr>
        </p:nvSpPr>
        <p:spPr>
          <a:xfrm>
            <a:off x="336003" y="649095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6" name="Google Shape;526;p73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27" name="Google Shape;527;p7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28" name="Google Shape;528;p7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0" name="Google Shape;530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7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73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1. Texto grande">
  <p:cSld name="12_1. Texto grande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4"/>
          <p:cNvSpPr txBox="1"/>
          <p:nvPr>
            <p:ph type="title"/>
          </p:nvPr>
        </p:nvSpPr>
        <p:spPr>
          <a:xfrm>
            <a:off x="336003" y="649095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5" name="Google Shape;535;p74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36" name="Google Shape;536;p7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37" name="Google Shape;537;p7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7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74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1. Texto grande">
  <p:cSld name="13_1. Texto grande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5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2" name="Google Shape;542;p7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43" name="Google Shape;543;p7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44" name="Google Shape;544;p7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6" name="Google Shape;546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5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1. Texto grande">
  <p:cSld name="14_1. Texto grande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6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1" name="Google Shape;551;p7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52" name="Google Shape;552;p7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53" name="Google Shape;553;p7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7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5" name="Google Shape;55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7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6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1. Texto grande">
  <p:cSld name="15_1. Texto gran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7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0" name="Google Shape;560;p7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61" name="Google Shape;561;p7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62" name="Google Shape;562;p7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77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1. Texto grande">
  <p:cSld name="16_1. Texto grande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8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68" name="Google Shape;568;p7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69" name="Google Shape;569;p7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71" name="Google Shape;57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7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78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1. Texto grande">
  <p:cSld name="17_1. Texto grande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9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6" name="Google Shape;576;p7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77" name="Google Shape;577;p7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78" name="Google Shape;578;p7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0" name="Google Shape;580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9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1. Texto grande">
  <p:cSld name="18_1. Texto grande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0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86" name="Google Shape;586;p8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87" name="Google Shape;587;p8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8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9" name="Google Shape;589;p80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1. Texto grande">
  <p:cSld name="19_1. Texto grande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1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93" name="Google Shape;593;p8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594" name="Google Shape;594;p8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6" name="Google Shape;59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8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1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1. Texto grande">
  <p:cSld name="20_1. Texto grande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2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1" name="Google Shape;601;p82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02" name="Google Shape;602;p8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03" name="Google Shape;603;p8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8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5" name="Google Shape;605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8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2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1. Texto grande">
  <p:cSld name="21_1. Texto grande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3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0" name="Google Shape;610;p8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11" name="Google Shape;611;p8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12" name="Google Shape;612;p8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4" name="Google Shape;614;p83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1. Texto grande">
  <p:cSld name="22_1. Texto grande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4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7" name="Google Shape;617;p84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18" name="Google Shape;618;p8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19" name="Google Shape;619;p8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8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84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1. Texto grande">
  <p:cSld name="23_1. Texto grande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5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6" name="Google Shape;626;p8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27" name="Google Shape;627;p8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28" name="Google Shape;628;p8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8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0" name="Google Shape;630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85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1. Texto grande">
  <p:cSld name="24_1. Texto grande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6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5" name="Google Shape;635;p8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36" name="Google Shape;636;p8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37" name="Google Shape;637;p8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8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86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2. Texto estándar">
  <p:cSld name="9_2. Texto estándar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7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2" name="Google Shape;642;p8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43" name="Google Shape;643;p8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44" name="Google Shape;644;p8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8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6" name="Google Shape;64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8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87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2. Texto estándar">
  <p:cSld name="10_2. Texto estándar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8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1" name="Google Shape;651;p8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52" name="Google Shape;652;p8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53" name="Google Shape;653;p8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8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88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2. Texto estándar">
  <p:cSld name="11_2. Texto estándar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9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8" name="Google Shape;658;p8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59" name="Google Shape;659;p8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60" name="Google Shape;660;p8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8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62" name="Google Shape;662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89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9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6" name="Google Shape;666;p89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2. Texto estándar">
  <p:cSld name="12_2. Texto estándar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0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9" name="Google Shape;669;p9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70" name="Google Shape;670;p9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71" name="Google Shape;671;p9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9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3" name="Google Shape;673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9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90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90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7" name="Google Shape;677;p90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2. Texto estándar">
  <p:cSld name="13_2. Texto estándar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1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0" name="Google Shape;680;p9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81" name="Google Shape;681;p9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82" name="Google Shape;682;p9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9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4" name="Google Shape;684;p91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91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6" name="Google Shape;686;p91"/>
          <p:cNvSpPr txBox="1"/>
          <p:nvPr>
            <p:ph idx="3" type="body"/>
          </p:nvPr>
        </p:nvSpPr>
        <p:spPr>
          <a:xfrm>
            <a:off x="335360" y="1796821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1. Texto grande">
  <p:cSld name="25_1. Texto grande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2"/>
          <p:cNvSpPr txBox="1"/>
          <p:nvPr>
            <p:ph type="title"/>
          </p:nvPr>
        </p:nvSpPr>
        <p:spPr>
          <a:xfrm>
            <a:off x="336002" y="649094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9" name="Google Shape;689;p92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90" name="Google Shape;690;p9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691" name="Google Shape;691;p9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9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92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1. Texto grande">
  <p:cSld name="26_1. Texto grande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3"/>
          <p:cNvSpPr txBox="1"/>
          <p:nvPr>
            <p:ph type="title"/>
          </p:nvPr>
        </p:nvSpPr>
        <p:spPr>
          <a:xfrm>
            <a:off x="336002" y="649094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8" name="Google Shape;698;p93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99" name="Google Shape;699;p9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00" name="Google Shape;700;p9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9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02" name="Google Shape;702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9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3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1. Texto grande">
  <p:cSld name="27_1. Texto grande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4"/>
          <p:cNvSpPr txBox="1"/>
          <p:nvPr>
            <p:ph type="title"/>
          </p:nvPr>
        </p:nvSpPr>
        <p:spPr>
          <a:xfrm>
            <a:off x="336002" y="649094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7" name="Google Shape;707;p94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08" name="Google Shape;708;p9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09" name="Google Shape;709;p9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9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94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1. Texto grande">
  <p:cSld name="28_1. Texto grande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5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4" name="Google Shape;714;p9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15" name="Google Shape;715;p9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16" name="Google Shape;716;p9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8" name="Google Shape;718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9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5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1. Texto grande">
  <p:cSld name="29_1. Texto grande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6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3" name="Google Shape;723;p9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24" name="Google Shape;724;p9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25" name="Google Shape;725;p9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7" name="Google Shape;727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9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96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1. Texto grande">
  <p:cSld name="30_1. Texto grande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7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2" name="Google Shape;732;p9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33" name="Google Shape;733;p9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34" name="Google Shape;734;p9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6" name="Google Shape;736;p97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1. Texto grande">
  <p:cSld name="31_1. Texto grande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8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9" name="Google Shape;739;p9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40" name="Google Shape;740;p9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41" name="Google Shape;741;p9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9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3" name="Google Shape;743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9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98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1. Texto grande">
  <p:cSld name="32_1. Texto grande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9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8" name="Google Shape;748;p9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49" name="Google Shape;749;p9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50" name="Google Shape;750;p9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2" name="Google Shape;752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9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9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1. Texto grande">
  <p:cSld name="33_1. Texto grande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0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7" name="Google Shape;757;p10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58" name="Google Shape;758;p10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59" name="Google Shape;759;p10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0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1" name="Google Shape;761;p100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1. Texto grande">
  <p:cSld name="34_1. Texto grande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1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4" name="Google Shape;764;p10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65" name="Google Shape;765;p10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66" name="Google Shape;766;p10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0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8" name="Google Shape;768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10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01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1. Texto grande">
  <p:cSld name="35_1. Texto grande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2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3" name="Google Shape;773;p102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74" name="Google Shape;774;p10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75" name="Google Shape;775;p10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0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7" name="Google Shape;777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10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02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1. Texto grande">
  <p:cSld name="36_1. Texto grande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3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2" name="Google Shape;782;p10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83" name="Google Shape;783;p10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84" name="Google Shape;784;p10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0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103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1. Texto grande">
  <p:cSld name="37_1. Texto gran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04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9" name="Google Shape;789;p104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90" name="Google Shape;790;p10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791" name="Google Shape;791;p10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0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3" name="Google Shape;793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10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04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1. Texto grande">
  <p:cSld name="38_1. Texto grande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5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8" name="Google Shape;798;p10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99" name="Google Shape;799;p10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00" name="Google Shape;800;p10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0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2" name="Google Shape;802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0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05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1. Texto grande">
  <p:cSld name="39_1. Texto grande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6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7" name="Google Shape;807;p10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08" name="Google Shape;808;p10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09" name="Google Shape;809;p10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0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p106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2. Texto estándar">
  <p:cSld name="14_2. Texto estándar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7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4" name="Google Shape;814;p10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15" name="Google Shape;815;p10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16" name="Google Shape;816;p10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0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8" name="Google Shape;818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10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0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2. Texto estándar">
  <p:cSld name="15_2. Texto estándar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8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3" name="Google Shape;823;p10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24" name="Google Shape;824;p10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25" name="Google Shape;825;p10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0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7" name="Google Shape;827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10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08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08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1" name="Google Shape;831;p108"/>
          <p:cNvSpPr txBox="1"/>
          <p:nvPr>
            <p:ph idx="3" type="body"/>
          </p:nvPr>
        </p:nvSpPr>
        <p:spPr>
          <a:xfrm>
            <a:off x="335360" y="1796820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1. Texto grande">
  <p:cSld name="40_1. Texto gran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9"/>
          <p:cNvSpPr txBox="1"/>
          <p:nvPr>
            <p:ph type="title"/>
          </p:nvPr>
        </p:nvSpPr>
        <p:spPr>
          <a:xfrm>
            <a:off x="336001" y="649093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4" name="Google Shape;834;p109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35" name="Google Shape;835;p10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36" name="Google Shape;836;p10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0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8" name="Google Shape;838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10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09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1. Texto grande">
  <p:cSld name="41_1. Texto grande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10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3" name="Google Shape;843;p11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44" name="Google Shape;844;p11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45" name="Google Shape;845;p11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1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7" name="Google Shape;847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11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1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1. Texto grande">
  <p:cSld name="42_1. Texto grande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1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2" name="Google Shape;852;p111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53" name="Google Shape;853;p11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54" name="Google Shape;854;p11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1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56" name="Google Shape;856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11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1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1. Texto grande">
  <p:cSld name="43_1. Texto grande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2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1" name="Google Shape;861;p112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62" name="Google Shape;862;p11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63" name="Google Shape;863;p11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1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5" name="Google Shape;865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11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12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1. Texto grande">
  <p:cSld name="44_1. Texto grande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13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0" name="Google Shape;870;p11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71" name="Google Shape;871;p11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72" name="Google Shape;872;p11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1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4" name="Google Shape;874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11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13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dea principal. Morado">
  <p:cSld name="1_Idea principal. Morado">
    <p:bg>
      <p:bgPr>
        <a:solidFill>
          <a:schemeClr val="dk2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9" name="Google Shape;879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00" y="6505495"/>
            <a:ext cx="859200" cy="170476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114"/>
          <p:cNvSpPr txBox="1"/>
          <p:nvPr>
            <p:ph type="title"/>
          </p:nvPr>
        </p:nvSpPr>
        <p:spPr>
          <a:xfrm>
            <a:off x="383669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1" name="Google Shape;881;p114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2" name="Google Shape;88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2. Texto estándar">
  <p:cSld name="16_2. Texto estándar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5"/>
          <p:cNvSpPr txBox="1"/>
          <p:nvPr>
            <p:ph type="title"/>
          </p:nvPr>
        </p:nvSpPr>
        <p:spPr>
          <a:xfrm>
            <a:off x="336001" y="649095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5" name="Google Shape;885;p11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86" name="Google Shape;886;p11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87" name="Google Shape;887;p11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1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9" name="Google Shape;889;p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9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1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15"/>
          <p:cNvSpPr txBox="1"/>
          <p:nvPr/>
        </p:nvSpPr>
        <p:spPr>
          <a:xfrm>
            <a:off x="11472600" y="6501346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2. Texto estándar">
  <p:cSld name="17_2. Texto estándar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16"/>
          <p:cNvSpPr txBox="1"/>
          <p:nvPr>
            <p:ph type="title"/>
          </p:nvPr>
        </p:nvSpPr>
        <p:spPr>
          <a:xfrm>
            <a:off x="336001" y="649094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4" name="Google Shape;894;p11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95" name="Google Shape;895;p11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896" name="Google Shape;896;p11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1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98" name="Google Shape;898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8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11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6"/>
          <p:cNvSpPr txBox="1"/>
          <p:nvPr/>
        </p:nvSpPr>
        <p:spPr>
          <a:xfrm>
            <a:off x="11472600" y="6501345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2. Texto estándar">
  <p:cSld name="18_2. Texto estándar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7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3" name="Google Shape;903;p11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04" name="Google Shape;904;p11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05" name="Google Shape;905;p11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1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7" name="Google Shape;907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11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1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2. Texto estándar">
  <p:cSld name="19_2. Texto estándar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8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2" name="Google Shape;912;p11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13" name="Google Shape;913;p11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14" name="Google Shape;914;p11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1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6" name="Google Shape;916;p118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2. Texto estándar">
  <p:cSld name="20_2. Texto estándar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19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9" name="Google Shape;919;p11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20" name="Google Shape;920;p11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21" name="Google Shape;921;p11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1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3" name="Google Shape;923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1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19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19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7" name="Google Shape;927;p119"/>
          <p:cNvSpPr txBox="1"/>
          <p:nvPr>
            <p:ph idx="3" type="body"/>
          </p:nvPr>
        </p:nvSpPr>
        <p:spPr>
          <a:xfrm>
            <a:off x="335360" y="1796820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2. Texto estándar">
  <p:cSld name="21_2. Texto estándar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20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0" name="Google Shape;930;p12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31" name="Google Shape;931;p12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32" name="Google Shape;932;p12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2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12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20"/>
          <p:cNvSpPr txBox="1"/>
          <p:nvPr>
            <p:ph idx="2" type="body"/>
          </p:nvPr>
        </p:nvSpPr>
        <p:spPr>
          <a:xfrm>
            <a:off x="335360" y="2660916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6" name="Google Shape;936;p120"/>
          <p:cNvSpPr txBox="1"/>
          <p:nvPr>
            <p:ph idx="3" type="body"/>
          </p:nvPr>
        </p:nvSpPr>
        <p:spPr>
          <a:xfrm>
            <a:off x="335360" y="1796820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1. Texto grande">
  <p:cSld name="45_1. Texto grande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21"/>
          <p:cNvSpPr txBox="1"/>
          <p:nvPr>
            <p:ph type="title"/>
          </p:nvPr>
        </p:nvSpPr>
        <p:spPr>
          <a:xfrm>
            <a:off x="336001" y="649093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9" name="Google Shape;939;p121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40" name="Google Shape;940;p121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41" name="Google Shape;941;p12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2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3" name="Google Shape;943;p1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12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21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1. Texto grande">
  <p:cSld name="46_1. Texto grande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22"/>
          <p:cNvSpPr txBox="1"/>
          <p:nvPr>
            <p:ph type="title"/>
          </p:nvPr>
        </p:nvSpPr>
        <p:spPr>
          <a:xfrm>
            <a:off x="336001" y="649093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8" name="Google Shape;948;p122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49" name="Google Shape;949;p122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50" name="Google Shape;950;p12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2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122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1. Texto grande">
  <p:cSld name="47_1. Texto grande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3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5" name="Google Shape;955;p123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56" name="Google Shape;956;p123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57" name="Google Shape;957;p12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2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9" name="Google Shape;959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23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23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1. Texto grande">
  <p:cSld name="48_1. Texto grande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24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4" name="Google Shape;964;p124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65" name="Google Shape;965;p124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66" name="Google Shape;966;p12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2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8" name="Google Shape;968;p124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1. Texto grande">
  <p:cSld name="49_1. Texto grande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25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1" name="Google Shape;971;p125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72" name="Google Shape;972;p125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73" name="Google Shape;973;p12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2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75" name="Google Shape;975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125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25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1. Texto grande">
  <p:cSld name="50_1. Texto grande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26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0" name="Google Shape;980;p126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81" name="Google Shape;981;p126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82" name="Google Shape;982;p12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2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4" name="Google Shape;984;p126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1. Texto grande">
  <p:cSld name="51_1. Texto grande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27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7" name="Google Shape;987;p127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88" name="Google Shape;988;p127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89" name="Google Shape;989;p12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2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1" name="Google Shape;991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127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27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1. Texto grande">
  <p:cSld name="52_1. Texto grande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28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6" name="Google Shape;996;p128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97" name="Google Shape;997;p128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998" name="Google Shape;998;p12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2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0" name="Google Shape;1000;p128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1. Texto grande">
  <p:cSld name="53_1. Texto grande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29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3" name="Google Shape;1003;p129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04" name="Google Shape;1004;p129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1005" name="Google Shape;1005;p12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2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7" name="Google Shape;1007;p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7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129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29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1. Texto grande">
  <p:cSld name="54_1. Texto grande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30"/>
          <p:cNvSpPr txBox="1"/>
          <p:nvPr>
            <p:ph type="title"/>
          </p:nvPr>
        </p:nvSpPr>
        <p:spPr>
          <a:xfrm>
            <a:off x="336001" y="649093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2" name="Google Shape;1012;p130"/>
          <p:cNvSpPr txBox="1"/>
          <p:nvPr>
            <p:ph idx="1" type="body"/>
          </p:nvPr>
        </p:nvSpPr>
        <p:spPr>
          <a:xfrm>
            <a:off x="336001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13" name="Google Shape;1013;p130"/>
          <p:cNvGrpSpPr/>
          <p:nvPr/>
        </p:nvGrpSpPr>
        <p:grpSpPr>
          <a:xfrm>
            <a:off x="10328937" y="6242389"/>
            <a:ext cx="1871531" cy="642611"/>
            <a:chOff x="8064500" y="4790414"/>
            <a:chExt cx="1083150" cy="371911"/>
          </a:xfrm>
        </p:grpSpPr>
        <p:sp>
          <p:nvSpPr>
            <p:cNvPr id="1014" name="Google Shape;1014;p13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6" name="Google Shape;1016;p130"/>
          <p:cNvSpPr txBox="1"/>
          <p:nvPr/>
        </p:nvSpPr>
        <p:spPr>
          <a:xfrm>
            <a:off x="11472599" y="6501343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dea principal. Amarillo">
  <p:cSld name="4_Idea principal. Amarillo">
    <p:bg>
      <p:bgPr>
        <a:solidFill>
          <a:schemeClr val="dk2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31"/>
          <p:cNvSpPr txBox="1"/>
          <p:nvPr>
            <p:ph type="title"/>
          </p:nvPr>
        </p:nvSpPr>
        <p:spPr>
          <a:xfrm>
            <a:off x="383667" y="716493"/>
            <a:ext cx="9475767" cy="5269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0" i="0" sz="3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0" name="Google Shape;1020;p131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rgbClr val="1A3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1" name="Google Shape;1021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131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2. Texto estándar">
  <p:cSld name="22_2. Texto estándar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32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5" name="Google Shape;1025;p132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26" name="Google Shape;1026;p132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27" name="Google Shape;1027;p13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9" name="Google Shape;1029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3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32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2. Texto estándar">
  <p:cSld name="23_2. Texto estándar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33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4" name="Google Shape;1034;p133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35" name="Google Shape;1035;p133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36" name="Google Shape;1036;p13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8" name="Google Shape;1038;p133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2. Texto estándar">
  <p:cSld name="24_2. Texto estándar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34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1" name="Google Shape;1041;p134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42" name="Google Shape;1042;p134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43" name="Google Shape;1043;p13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3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5" name="Google Shape;1045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3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34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34"/>
          <p:cNvSpPr txBox="1"/>
          <p:nvPr>
            <p:ph idx="2" type="body"/>
          </p:nvPr>
        </p:nvSpPr>
        <p:spPr>
          <a:xfrm>
            <a:off x="335360" y="2660915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9" name="Google Shape;1049;p134"/>
          <p:cNvSpPr txBox="1"/>
          <p:nvPr>
            <p:ph idx="3" type="body"/>
          </p:nvPr>
        </p:nvSpPr>
        <p:spPr>
          <a:xfrm>
            <a:off x="335360" y="1796819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2. Texto estándar">
  <p:cSld name="25_2. Texto estándar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35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2" name="Google Shape;1052;p135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53" name="Google Shape;1053;p135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54" name="Google Shape;1054;p13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3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6" name="Google Shape;1056;p135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35"/>
          <p:cNvSpPr txBox="1"/>
          <p:nvPr>
            <p:ph idx="2" type="body"/>
          </p:nvPr>
        </p:nvSpPr>
        <p:spPr>
          <a:xfrm>
            <a:off x="335360" y="2660915"/>
            <a:ext cx="11521280" cy="336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233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8" name="Google Shape;1058;p135"/>
          <p:cNvSpPr txBox="1"/>
          <p:nvPr>
            <p:ph idx="3" type="body"/>
          </p:nvPr>
        </p:nvSpPr>
        <p:spPr>
          <a:xfrm>
            <a:off x="335360" y="1796819"/>
            <a:ext cx="11521280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0" i="0" sz="213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1. Texto grande">
  <p:cSld name="55_1. Texto grande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36"/>
          <p:cNvSpPr txBox="1"/>
          <p:nvPr>
            <p:ph type="title"/>
          </p:nvPr>
        </p:nvSpPr>
        <p:spPr>
          <a:xfrm>
            <a:off x="335999" y="649091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1" name="Google Shape;1061;p136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62" name="Google Shape;1062;p136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63" name="Google Shape;1063;p136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36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65" name="Google Shape;1065;p1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36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136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1. Texto grande">
  <p:cSld name="56_1. Texto grande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37"/>
          <p:cNvSpPr txBox="1"/>
          <p:nvPr>
            <p:ph type="title"/>
          </p:nvPr>
        </p:nvSpPr>
        <p:spPr>
          <a:xfrm>
            <a:off x="335999" y="649091"/>
            <a:ext cx="11521567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0" name="Google Shape;1070;p137"/>
          <p:cNvSpPr txBox="1"/>
          <p:nvPr>
            <p:ph idx="1" type="body"/>
          </p:nvPr>
        </p:nvSpPr>
        <p:spPr>
          <a:xfrm>
            <a:off x="336000" y="357000"/>
            <a:ext cx="11521565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71" name="Google Shape;1071;p137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72" name="Google Shape;1072;p137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37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4" name="Google Shape;1074;p137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1. Texto grande">
  <p:cSld name="57_1. Texto grande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8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7" name="Google Shape;1077;p138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78" name="Google Shape;1078;p138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79" name="Google Shape;1079;p138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8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1" name="Google Shape;1081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38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38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1. Texto grande">
  <p:cSld name="58_1. Texto grande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9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6" name="Google Shape;1086;p139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87" name="Google Shape;1087;p139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88" name="Google Shape;1088;p139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9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139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_1. Texto grande">
  <p:cSld name="59_1. Texto grande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40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3" name="Google Shape;1093;p140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94" name="Google Shape;1094;p140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095" name="Google Shape;1095;p140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40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7" name="Google Shape;1097;p1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40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40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_1. Texto grande">
  <p:cSld name="60_1. Texto grande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41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2" name="Google Shape;1102;p141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03" name="Google Shape;1103;p141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104" name="Google Shape;1104;p141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1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6" name="Google Shape;1106;p141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_1. Texto grande">
  <p:cSld name="61_1. Texto grande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42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9" name="Google Shape;1109;p142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10" name="Google Shape;1110;p142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111" name="Google Shape;1111;p142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42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3" name="Google Shape;1113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42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42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_1. Texto grande">
  <p:cSld name="62_1. Texto grande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43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8" name="Google Shape;1118;p143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19" name="Google Shape;1119;p143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120" name="Google Shape;1120;p143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43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143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_1. Texto grande">
  <p:cSld name="63_1. Texto grande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44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5" name="Google Shape;1125;p144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26" name="Google Shape;1126;p144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127" name="Google Shape;1127;p144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4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29" name="Google Shape;1129;p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7255" y="6540533"/>
            <a:ext cx="1145183" cy="2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44"/>
          <p:cNvSpPr/>
          <p:nvPr/>
        </p:nvSpPr>
        <p:spPr>
          <a:xfrm>
            <a:off x="336000" y="6506083"/>
            <a:ext cx="858184" cy="171408"/>
          </a:xfrm>
          <a:custGeom>
            <a:rect b="b" l="l" r="r" t="t"/>
            <a:pathLst>
              <a:path extrusionOk="0" h="337" w="1701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44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_1. Texto grande">
  <p:cSld name="64_1. Texto grande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45"/>
          <p:cNvSpPr txBox="1"/>
          <p:nvPr>
            <p:ph type="title"/>
          </p:nvPr>
        </p:nvSpPr>
        <p:spPr>
          <a:xfrm>
            <a:off x="336000" y="649091"/>
            <a:ext cx="11519451" cy="91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Playfair Display"/>
              <a:buNone/>
              <a:defRPr b="0" i="0" sz="266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4" name="Google Shape;1134;p145"/>
          <p:cNvSpPr txBox="1"/>
          <p:nvPr>
            <p:ph idx="1" type="body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A3B47"/>
              </a:buClr>
              <a:buSzPts val="1067"/>
              <a:buFont typeface="Arial"/>
              <a:buNone/>
              <a:defRPr b="0" i="0" sz="1067" u="none" cap="none" strike="noStrike">
                <a:solidFill>
                  <a:srgbClr val="1A3B4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35" name="Google Shape;1135;p145"/>
          <p:cNvGrpSpPr/>
          <p:nvPr/>
        </p:nvGrpSpPr>
        <p:grpSpPr>
          <a:xfrm>
            <a:off x="10328936" y="6242389"/>
            <a:ext cx="1871531" cy="642611"/>
            <a:chOff x="8064500" y="4790414"/>
            <a:chExt cx="1083150" cy="371911"/>
          </a:xfrm>
        </p:grpSpPr>
        <p:sp>
          <p:nvSpPr>
            <p:cNvPr id="1136" name="Google Shape;1136;p145"/>
            <p:cNvSpPr/>
            <p:nvPr/>
          </p:nvSpPr>
          <p:spPr>
            <a:xfrm>
              <a:off x="8261825" y="4790414"/>
              <a:ext cx="885825" cy="349250"/>
            </a:xfrm>
            <a:custGeom>
              <a:rect b="b" l="l" r="r" t="t"/>
              <a:pathLst>
                <a:path extrusionOk="0" h="349250" w="885825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5"/>
            <p:cNvSpPr/>
            <p:nvPr/>
          </p:nvSpPr>
          <p:spPr>
            <a:xfrm>
              <a:off x="8064500" y="4844050"/>
              <a:ext cx="1083150" cy="318275"/>
            </a:xfrm>
            <a:custGeom>
              <a:rect b="b" l="l" r="r" t="t"/>
              <a:pathLst>
                <a:path extrusionOk="0" h="318275" w="1083150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8" name="Google Shape;1138;p145"/>
          <p:cNvSpPr txBox="1"/>
          <p:nvPr/>
        </p:nvSpPr>
        <p:spPr>
          <a:xfrm>
            <a:off x="11472598" y="6501342"/>
            <a:ext cx="382853" cy="323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fld id="{00000000-1234-1234-1234-123412341234}" type="slidenum">
              <a:rPr b="0" i="0" lang="es-MX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4.xml"/><Relationship Id="rId45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56.xml"/><Relationship Id="rId47" Type="http://schemas.openxmlformats.org/officeDocument/2006/relationships/slideLayout" Target="../slideLayouts/slideLayout57.xml"/><Relationship Id="rId48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61.xml"/><Relationship Id="rId52" Type="http://schemas.openxmlformats.org/officeDocument/2006/relationships/slideLayout" Target="../slideLayouts/slideLayout62.xml"/><Relationship Id="rId53" Type="http://schemas.openxmlformats.org/officeDocument/2006/relationships/slideLayout" Target="../slideLayouts/slideLayout63.xml"/><Relationship Id="rId54" Type="http://schemas.openxmlformats.org/officeDocument/2006/relationships/slideLayout" Target="../slideLayouts/slideLayout64.xml"/><Relationship Id="rId55" Type="http://schemas.openxmlformats.org/officeDocument/2006/relationships/slideLayout" Target="../slideLayouts/slideLayout65.xml"/><Relationship Id="rId56" Type="http://schemas.openxmlformats.org/officeDocument/2006/relationships/slideLayout" Target="../slideLayouts/slideLayout66.xml"/><Relationship Id="rId57" Type="http://schemas.openxmlformats.org/officeDocument/2006/relationships/slideLayout" Target="../slideLayouts/slideLayout67.xml"/><Relationship Id="rId58" Type="http://schemas.openxmlformats.org/officeDocument/2006/relationships/slideLayout" Target="../slideLayouts/slideLayout68.xml"/><Relationship Id="rId59" Type="http://schemas.openxmlformats.org/officeDocument/2006/relationships/slideLayout" Target="../slideLayouts/slideLayout69.xml"/><Relationship Id="rId60" Type="http://schemas.openxmlformats.org/officeDocument/2006/relationships/slideLayout" Target="../slideLayouts/slideLayout70.xml"/><Relationship Id="rId61" Type="http://schemas.openxmlformats.org/officeDocument/2006/relationships/slideLayout" Target="../slideLayouts/slideLayout71.xml"/><Relationship Id="rId62" Type="http://schemas.openxmlformats.org/officeDocument/2006/relationships/slideLayout" Target="../slideLayouts/slideLayout72.xml"/><Relationship Id="rId63" Type="http://schemas.openxmlformats.org/officeDocument/2006/relationships/slideLayout" Target="../slideLayouts/slideLayout73.xml"/><Relationship Id="rId64" Type="http://schemas.openxmlformats.org/officeDocument/2006/relationships/slideLayout" Target="../slideLayouts/slideLayout74.xml"/><Relationship Id="rId65" Type="http://schemas.openxmlformats.org/officeDocument/2006/relationships/slideLayout" Target="../slideLayouts/slideLayout75.xml"/><Relationship Id="rId66" Type="http://schemas.openxmlformats.org/officeDocument/2006/relationships/slideLayout" Target="../slideLayouts/slideLayout76.xml"/><Relationship Id="rId67" Type="http://schemas.openxmlformats.org/officeDocument/2006/relationships/slideLayout" Target="../slideLayouts/slideLayout77.xml"/><Relationship Id="rId68" Type="http://schemas.openxmlformats.org/officeDocument/2006/relationships/slideLayout" Target="../slideLayouts/slideLayout78.xml"/><Relationship Id="rId69" Type="http://schemas.openxmlformats.org/officeDocument/2006/relationships/slideLayout" Target="../slideLayouts/slideLayout79.xml"/><Relationship Id="rId70" Type="http://schemas.openxmlformats.org/officeDocument/2006/relationships/slideLayout" Target="../slideLayouts/slideLayout80.xml"/><Relationship Id="rId71" Type="http://schemas.openxmlformats.org/officeDocument/2006/relationships/slideLayout" Target="../slideLayouts/slideLayout81.xml"/><Relationship Id="rId72" Type="http://schemas.openxmlformats.org/officeDocument/2006/relationships/slideLayout" Target="../slideLayouts/slideLayout82.xml"/><Relationship Id="rId73" Type="http://schemas.openxmlformats.org/officeDocument/2006/relationships/slideLayout" Target="../slideLayouts/slideLayout83.xml"/><Relationship Id="rId74" Type="http://schemas.openxmlformats.org/officeDocument/2006/relationships/slideLayout" Target="../slideLayouts/slideLayout84.xml"/><Relationship Id="rId75" Type="http://schemas.openxmlformats.org/officeDocument/2006/relationships/slideLayout" Target="../slideLayouts/slideLayout85.xml"/><Relationship Id="rId76" Type="http://schemas.openxmlformats.org/officeDocument/2006/relationships/slideLayout" Target="../slideLayouts/slideLayout86.xml"/><Relationship Id="rId77" Type="http://schemas.openxmlformats.org/officeDocument/2006/relationships/slideLayout" Target="../slideLayouts/slideLayout87.xml"/><Relationship Id="rId78" Type="http://schemas.openxmlformats.org/officeDocument/2006/relationships/slideLayout" Target="../slideLayouts/slideLayout88.xml"/><Relationship Id="rId7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90.xml"/><Relationship Id="rId81" Type="http://schemas.openxmlformats.org/officeDocument/2006/relationships/slideLayout" Target="../slideLayouts/slideLayout91.xml"/><Relationship Id="rId82" Type="http://schemas.openxmlformats.org/officeDocument/2006/relationships/slideLayout" Target="../slideLayouts/slideLayout92.xml"/><Relationship Id="rId83" Type="http://schemas.openxmlformats.org/officeDocument/2006/relationships/slideLayout" Target="../slideLayouts/slideLayout93.xml"/><Relationship Id="rId84" Type="http://schemas.openxmlformats.org/officeDocument/2006/relationships/slideLayout" Target="../slideLayouts/slideLayout94.xml"/><Relationship Id="rId85" Type="http://schemas.openxmlformats.org/officeDocument/2006/relationships/slideLayout" Target="../slideLayouts/slideLayout95.xml"/><Relationship Id="rId86" Type="http://schemas.openxmlformats.org/officeDocument/2006/relationships/slideLayout" Target="../slideLayouts/slideLayout96.xml"/><Relationship Id="rId87" Type="http://schemas.openxmlformats.org/officeDocument/2006/relationships/slideLayout" Target="../slideLayouts/slideLayout97.xml"/><Relationship Id="rId88" Type="http://schemas.openxmlformats.org/officeDocument/2006/relationships/slideLayout" Target="../slideLayouts/slideLayout98.xml"/><Relationship Id="rId89" Type="http://schemas.openxmlformats.org/officeDocument/2006/relationships/slideLayout" Target="../slideLayouts/slideLayout99.xml"/><Relationship Id="rId90" Type="http://schemas.openxmlformats.org/officeDocument/2006/relationships/slideLayout" Target="../slideLayouts/slideLayout100.xml"/><Relationship Id="rId91" Type="http://schemas.openxmlformats.org/officeDocument/2006/relationships/slideLayout" Target="../slideLayouts/slideLayout101.xml"/><Relationship Id="rId92" Type="http://schemas.openxmlformats.org/officeDocument/2006/relationships/slideLayout" Target="../slideLayouts/slideLayout102.xml"/><Relationship Id="rId93" Type="http://schemas.openxmlformats.org/officeDocument/2006/relationships/slideLayout" Target="../slideLayouts/slideLayout103.xml"/><Relationship Id="rId94" Type="http://schemas.openxmlformats.org/officeDocument/2006/relationships/slideLayout" Target="../slideLayouts/slideLayout104.xml"/><Relationship Id="rId95" Type="http://schemas.openxmlformats.org/officeDocument/2006/relationships/slideLayout" Target="../slideLayouts/slideLayout105.xml"/><Relationship Id="rId96" Type="http://schemas.openxmlformats.org/officeDocument/2006/relationships/slideLayout" Target="../slideLayouts/slideLayout106.xml"/><Relationship Id="rId97" Type="http://schemas.openxmlformats.org/officeDocument/2006/relationships/slideLayout" Target="../slideLayouts/slideLayout107.xml"/><Relationship Id="rId98" Type="http://schemas.openxmlformats.org/officeDocument/2006/relationships/slideLayout" Target="../slideLayouts/slideLayout108.xml"/><Relationship Id="rId99" Type="http://schemas.openxmlformats.org/officeDocument/2006/relationships/slideLayout" Target="../slideLayouts/slideLayout109.xml"/><Relationship Id="rId100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1.xml"/><Relationship Id="rId102" Type="http://schemas.openxmlformats.org/officeDocument/2006/relationships/slideLayout" Target="../slideLayouts/slideLayout112.xml"/><Relationship Id="rId103" Type="http://schemas.openxmlformats.org/officeDocument/2006/relationships/slideLayout" Target="../slideLayouts/slideLayout113.xml"/><Relationship Id="rId104" Type="http://schemas.openxmlformats.org/officeDocument/2006/relationships/slideLayout" Target="../slideLayouts/slideLayout114.xml"/><Relationship Id="rId105" Type="http://schemas.openxmlformats.org/officeDocument/2006/relationships/slideLayout" Target="../slideLayouts/slideLayout115.xml"/><Relationship Id="rId106" Type="http://schemas.openxmlformats.org/officeDocument/2006/relationships/slideLayout" Target="../slideLayouts/slideLayout116.xml"/><Relationship Id="rId107" Type="http://schemas.openxmlformats.org/officeDocument/2006/relationships/slideLayout" Target="../slideLayouts/slideLayout117.xml"/><Relationship Id="rId108" Type="http://schemas.openxmlformats.org/officeDocument/2006/relationships/slideLayout" Target="../slideLayouts/slideLayout118.xml"/><Relationship Id="rId109" Type="http://schemas.openxmlformats.org/officeDocument/2006/relationships/slideLayout" Target="../slideLayouts/slideLayout119.xml"/><Relationship Id="rId110" Type="http://schemas.openxmlformats.org/officeDocument/2006/relationships/slideLayout" Target="../slideLayouts/slideLayout120.xml"/><Relationship Id="rId111" Type="http://schemas.openxmlformats.org/officeDocument/2006/relationships/slideLayout" Target="../slideLayouts/slideLayout121.xml"/><Relationship Id="rId112" Type="http://schemas.openxmlformats.org/officeDocument/2006/relationships/slideLayout" Target="../slideLayouts/slideLayout122.xml"/><Relationship Id="rId113" Type="http://schemas.openxmlformats.org/officeDocument/2006/relationships/slideLayout" Target="../slideLayouts/slideLayout123.xml"/><Relationship Id="rId114" Type="http://schemas.openxmlformats.org/officeDocument/2006/relationships/slideLayout" Target="../slideLayouts/slideLayout124.xml"/><Relationship Id="rId115" Type="http://schemas.openxmlformats.org/officeDocument/2006/relationships/slideLayout" Target="../slideLayouts/slideLayout125.xml"/><Relationship Id="rId116" Type="http://schemas.openxmlformats.org/officeDocument/2006/relationships/slideLayout" Target="../slideLayouts/slideLayout126.xml"/><Relationship Id="rId117" Type="http://schemas.openxmlformats.org/officeDocument/2006/relationships/slideLayout" Target="../slideLayouts/slideLayout127.xml"/><Relationship Id="rId118" Type="http://schemas.openxmlformats.org/officeDocument/2006/relationships/slideLayout" Target="../slideLayouts/slideLayout128.xml"/><Relationship Id="rId119" Type="http://schemas.openxmlformats.org/officeDocument/2006/relationships/slideLayout" Target="../slideLayouts/slideLayout129.xml"/><Relationship Id="rId120" Type="http://schemas.openxmlformats.org/officeDocument/2006/relationships/slideLayout" Target="../slideLayouts/slideLayout130.xml"/><Relationship Id="rId121" Type="http://schemas.openxmlformats.org/officeDocument/2006/relationships/slideLayout" Target="../slideLayouts/slideLayout131.xml"/><Relationship Id="rId122" Type="http://schemas.openxmlformats.org/officeDocument/2006/relationships/slideLayout" Target="../slideLayouts/slideLayout132.xml"/><Relationship Id="rId123" Type="http://schemas.openxmlformats.org/officeDocument/2006/relationships/slideLayout" Target="../slideLayouts/slideLayout133.xml"/><Relationship Id="rId124" Type="http://schemas.openxmlformats.org/officeDocument/2006/relationships/slideLayout" Target="../slideLayouts/slideLayout134.xml"/><Relationship Id="rId125" Type="http://schemas.openxmlformats.org/officeDocument/2006/relationships/slideLayout" Target="../slideLayouts/slideLayout135.xml"/><Relationship Id="rId126" Type="http://schemas.openxmlformats.org/officeDocument/2006/relationships/slideLayout" Target="../slideLayouts/slideLayout136.xml"/><Relationship Id="rId127" Type="http://schemas.openxmlformats.org/officeDocument/2006/relationships/slideLayout" Target="../slideLayouts/slideLayout137.xml"/><Relationship Id="rId128" Type="http://schemas.openxmlformats.org/officeDocument/2006/relationships/slideLayout" Target="../slideLayouts/slideLayout138.xml"/><Relationship Id="rId129" Type="http://schemas.openxmlformats.org/officeDocument/2006/relationships/slideLayout" Target="../slideLayouts/slideLayout139.xml"/><Relationship Id="rId130" Type="http://schemas.openxmlformats.org/officeDocument/2006/relationships/slideLayout" Target="../slideLayouts/slideLayout140.xml"/><Relationship Id="rId131" Type="http://schemas.openxmlformats.org/officeDocument/2006/relationships/slideLayout" Target="../slideLayouts/slideLayout141.xml"/><Relationship Id="rId132" Type="http://schemas.openxmlformats.org/officeDocument/2006/relationships/slideLayout" Target="../slideLayouts/slideLayout142.xml"/><Relationship Id="rId13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>
          <p15:clr>
            <a:srgbClr val="F26B43"/>
          </p15:clr>
        </p15:guide>
        <p15:guide id="7" orient="horz" pos="201">
          <p15:clr>
            <a:srgbClr val="F26B43"/>
          </p15:clr>
        </p15:guide>
        <p15:guide id="8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{&quot;HashCode&quot;:-665463564,&quot;Placement&quot;:&quot;Header&quot;,&quot;Top&quot;:0.0,&quot;Left&quot;:0.0,&quot;SlideWidth&quot;:960,&quot;SlideHeight&quot;:540}" id="78" name="Google Shape;78;p13"/>
          <p:cNvSpPr txBox="1"/>
          <p:nvPr/>
        </p:nvSpPr>
        <p:spPr>
          <a:xfrm>
            <a:off x="0" y="54228"/>
            <a:ext cx="907183" cy="15388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5" r:id="rId56"/>
    <p:sldLayoutId id="2147483716" r:id="rId57"/>
    <p:sldLayoutId id="2147483717" r:id="rId58"/>
    <p:sldLayoutId id="2147483718" r:id="rId59"/>
    <p:sldLayoutId id="2147483719" r:id="rId60"/>
    <p:sldLayoutId id="2147483720" r:id="rId61"/>
    <p:sldLayoutId id="2147483721" r:id="rId62"/>
    <p:sldLayoutId id="2147483722" r:id="rId63"/>
    <p:sldLayoutId id="2147483723" r:id="rId64"/>
    <p:sldLayoutId id="2147483724" r:id="rId65"/>
    <p:sldLayoutId id="2147483725" r:id="rId66"/>
    <p:sldLayoutId id="2147483726" r:id="rId67"/>
    <p:sldLayoutId id="2147483727" r:id="rId68"/>
    <p:sldLayoutId id="2147483728" r:id="rId69"/>
    <p:sldLayoutId id="2147483729" r:id="rId70"/>
    <p:sldLayoutId id="2147483730" r:id="rId71"/>
    <p:sldLayoutId id="2147483731" r:id="rId72"/>
    <p:sldLayoutId id="2147483732" r:id="rId73"/>
    <p:sldLayoutId id="2147483733" r:id="rId74"/>
    <p:sldLayoutId id="2147483734" r:id="rId75"/>
    <p:sldLayoutId id="2147483735" r:id="rId76"/>
    <p:sldLayoutId id="2147483736" r:id="rId77"/>
    <p:sldLayoutId id="2147483737" r:id="rId78"/>
    <p:sldLayoutId id="2147483738" r:id="rId79"/>
    <p:sldLayoutId id="2147483739" r:id="rId80"/>
    <p:sldLayoutId id="2147483740" r:id="rId81"/>
    <p:sldLayoutId id="2147483741" r:id="rId82"/>
    <p:sldLayoutId id="2147483742" r:id="rId83"/>
    <p:sldLayoutId id="2147483743" r:id="rId84"/>
    <p:sldLayoutId id="2147483744" r:id="rId85"/>
    <p:sldLayoutId id="2147483745" r:id="rId86"/>
    <p:sldLayoutId id="2147483746" r:id="rId87"/>
    <p:sldLayoutId id="2147483747" r:id="rId88"/>
    <p:sldLayoutId id="2147483748" r:id="rId89"/>
    <p:sldLayoutId id="2147483749" r:id="rId90"/>
    <p:sldLayoutId id="2147483750" r:id="rId91"/>
    <p:sldLayoutId id="2147483751" r:id="rId92"/>
    <p:sldLayoutId id="2147483752" r:id="rId93"/>
    <p:sldLayoutId id="2147483753" r:id="rId94"/>
    <p:sldLayoutId id="2147483754" r:id="rId95"/>
    <p:sldLayoutId id="2147483755" r:id="rId96"/>
    <p:sldLayoutId id="2147483756" r:id="rId97"/>
    <p:sldLayoutId id="2147483757" r:id="rId98"/>
    <p:sldLayoutId id="2147483758" r:id="rId99"/>
    <p:sldLayoutId id="2147483759" r:id="rId100"/>
    <p:sldLayoutId id="2147483760" r:id="rId101"/>
    <p:sldLayoutId id="2147483761" r:id="rId102"/>
    <p:sldLayoutId id="2147483762" r:id="rId103"/>
    <p:sldLayoutId id="2147483763" r:id="rId104"/>
    <p:sldLayoutId id="2147483764" r:id="rId105"/>
    <p:sldLayoutId id="2147483765" r:id="rId106"/>
    <p:sldLayoutId id="2147483766" r:id="rId107"/>
    <p:sldLayoutId id="2147483767" r:id="rId108"/>
    <p:sldLayoutId id="2147483768" r:id="rId109"/>
    <p:sldLayoutId id="2147483769" r:id="rId110"/>
    <p:sldLayoutId id="2147483770" r:id="rId111"/>
    <p:sldLayoutId id="2147483771" r:id="rId112"/>
    <p:sldLayoutId id="2147483772" r:id="rId113"/>
    <p:sldLayoutId id="2147483773" r:id="rId114"/>
    <p:sldLayoutId id="2147483774" r:id="rId115"/>
    <p:sldLayoutId id="2147483775" r:id="rId116"/>
    <p:sldLayoutId id="2147483776" r:id="rId117"/>
    <p:sldLayoutId id="2147483777" r:id="rId118"/>
    <p:sldLayoutId id="2147483778" r:id="rId119"/>
    <p:sldLayoutId id="2147483779" r:id="rId120"/>
    <p:sldLayoutId id="2147483780" r:id="rId121"/>
    <p:sldLayoutId id="2147483781" r:id="rId122"/>
    <p:sldLayoutId id="2147483782" r:id="rId123"/>
    <p:sldLayoutId id="2147483783" r:id="rId124"/>
    <p:sldLayoutId id="2147483784" r:id="rId125"/>
    <p:sldLayoutId id="2147483785" r:id="rId126"/>
    <p:sldLayoutId id="2147483786" r:id="rId127"/>
    <p:sldLayoutId id="2147483787" r:id="rId128"/>
    <p:sldLayoutId id="2147483788" r:id="rId129"/>
    <p:sldLayoutId id="2147483789" r:id="rId130"/>
    <p:sldLayoutId id="2147483790" r:id="rId131"/>
    <p:sldLayoutId id="2147483791" r:id="rId1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9">
          <p15:clr>
            <a:srgbClr val="F26B43"/>
          </p15:clr>
        </p15:guide>
        <p15:guide id="2" orient="horz" pos="3072">
          <p15:clr>
            <a:srgbClr val="F26B43"/>
          </p15:clr>
        </p15:guide>
        <p15:guide id="3" pos="2880">
          <p15:clr>
            <a:srgbClr val="F26B43"/>
          </p15:clr>
        </p15:guide>
        <p15:guide id="4" pos="5601">
          <p15:clr>
            <a:srgbClr val="F26B43"/>
          </p15:clr>
        </p15:guide>
        <p15:guide id="5" pos="159">
          <p15:clr>
            <a:srgbClr val="F26B43"/>
          </p15:clr>
        </p15:guide>
        <p15:guide id="6" orient="horz" pos="57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"/>
          <p:cNvSpPr txBox="1"/>
          <p:nvPr>
            <p:ph type="title"/>
          </p:nvPr>
        </p:nvSpPr>
        <p:spPr>
          <a:xfrm>
            <a:off x="335360" y="549275"/>
            <a:ext cx="3348784" cy="1194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lang="es-MX" sz="2400">
                <a:solidFill>
                  <a:schemeClr val="lt2"/>
                </a:solidFill>
              </a:rPr>
              <a:t>Business Consulting</a:t>
            </a:r>
            <a:br>
              <a:rPr lang="es-MX">
                <a:solidFill>
                  <a:schemeClr val="lt2"/>
                </a:solidFill>
              </a:rPr>
            </a:br>
            <a:r>
              <a:rPr lang="es-MX" sz="2800">
                <a:solidFill>
                  <a:schemeClr val="accent1"/>
                </a:solidFill>
              </a:rPr>
              <a:t>Consultor</a:t>
            </a:r>
            <a:endParaRPr sz="2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s-MX" sz="2800">
                <a:solidFill>
                  <a:schemeClr val="accent1"/>
                </a:solidFill>
              </a:rPr>
              <a:t>{{nombre}}</a:t>
            </a:r>
            <a:endParaRPr sz="2800">
              <a:solidFill>
                <a:schemeClr val="accent1"/>
              </a:solidFill>
            </a:endParaRPr>
          </a:p>
        </p:txBody>
      </p:sp>
      <p:sp>
        <p:nvSpPr>
          <p:cNvPr id="1144" name="Google Shape;1144;p1"/>
          <p:cNvSpPr txBox="1"/>
          <p:nvPr/>
        </p:nvSpPr>
        <p:spPr>
          <a:xfrm>
            <a:off x="335342" y="2329486"/>
            <a:ext cx="3348785" cy="190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r>
              <a:rPr lang="es-MX" sz="1050">
                <a:solidFill>
                  <a:schemeClr val="lt2"/>
                </a:solidFill>
              </a:rPr>
              <a:t>{{licenciatura}}</a:t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  <a:r>
              <a:rPr lang="es-MX" sz="1050">
                <a:solidFill>
                  <a:schemeClr val="lt2"/>
                </a:solidFill>
              </a:rPr>
              <a:t>{{maestria}}</a:t>
            </a: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r>
              <a:rPr b="0" i="0" lang="es-MX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r>
              <a:rPr lang="es-MX" sz="1050">
                <a:solidFill>
                  <a:schemeClr val="lt2"/>
                </a:solidFill>
              </a:rPr>
              <a:t>{{cursos}}</a:t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E3E2D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1" marL="7429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E3E2D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E3E2D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b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"/>
          <p:cNvSpPr/>
          <p:nvPr/>
        </p:nvSpPr>
        <p:spPr>
          <a:xfrm>
            <a:off x="3954298" y="0"/>
            <a:ext cx="8854291" cy="6858000"/>
          </a:xfrm>
          <a:custGeom>
            <a:rect b="b" l="l" r="r" t="t"/>
            <a:pathLst>
              <a:path extrusionOk="0" h="4296470" w="1698242">
                <a:moveTo>
                  <a:pt x="95368" y="0"/>
                </a:moveTo>
                <a:lnTo>
                  <a:pt x="1602875" y="0"/>
                </a:lnTo>
                <a:lnTo>
                  <a:pt x="1698242" y="95367"/>
                </a:lnTo>
                <a:lnTo>
                  <a:pt x="1698242" y="629737"/>
                </a:lnTo>
                <a:lnTo>
                  <a:pt x="1698242" y="3666732"/>
                </a:lnTo>
                <a:lnTo>
                  <a:pt x="1698242" y="4201102"/>
                </a:lnTo>
                <a:lnTo>
                  <a:pt x="1602875" y="4296470"/>
                </a:lnTo>
                <a:lnTo>
                  <a:pt x="95368" y="4296470"/>
                </a:lnTo>
                <a:lnTo>
                  <a:pt x="0" y="4201102"/>
                </a:lnTo>
                <a:lnTo>
                  <a:pt x="0" y="3666732"/>
                </a:lnTo>
                <a:lnTo>
                  <a:pt x="0" y="629737"/>
                </a:lnTo>
                <a:lnTo>
                  <a:pt x="0" y="9536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65600" lIns="165600" spcFirstLastPara="1" rIns="165600" wrap="square" tIns="16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Esarrollo </a:t>
            </a:r>
            <a:endParaRPr b="0" i="0" sz="1200" u="sng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"/>
          <p:cNvSpPr txBox="1"/>
          <p:nvPr>
            <p:ph idx="11" type="ftr"/>
          </p:nvPr>
        </p:nvSpPr>
        <p:spPr>
          <a:xfrm>
            <a:off x="334963" y="303311"/>
            <a:ext cx="7250933" cy="1538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"/>
          <p:cNvSpPr txBox="1"/>
          <p:nvPr/>
        </p:nvSpPr>
        <p:spPr>
          <a:xfrm>
            <a:off x="334960" y="2055344"/>
            <a:ext cx="955957" cy="267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"/>
          <p:cNvSpPr txBox="1"/>
          <p:nvPr/>
        </p:nvSpPr>
        <p:spPr>
          <a:xfrm>
            <a:off x="335350" y="3920542"/>
            <a:ext cx="1258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  <a:endParaRPr b="0" i="0" sz="1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1"/>
          <p:cNvSpPr txBox="1"/>
          <p:nvPr/>
        </p:nvSpPr>
        <p:spPr>
          <a:xfrm>
            <a:off x="4452907" y="883068"/>
            <a:ext cx="7614889" cy="5426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1100">
                <a:solidFill>
                  <a:schemeClr val="dk1"/>
                </a:solidFill>
              </a:rPr>
              <a:t>{{exp_prof}}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{{empresa_1}}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{{puesto_1}}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fecha_inicio_1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}} 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fecha_fin_1}}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{{actividad1_1}}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{{actividad2_1}}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{{actividad3_1}}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/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{{empresa_2}}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{{puesto_2}}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fecha_inicio_2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}} 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fecha_fin_2}}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{{actividad1_2}}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{{actividad2_2}}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{{actividad3_2}}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/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{{empresa_3}}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{{puesto_3}}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fecha_inicio_3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}} </a:t>
            </a:r>
            <a:r>
              <a:rPr b="1" i="0" lang="es-MX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</a:t>
            </a:r>
            <a:r>
              <a:rPr b="1" lang="es-MX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fecha_fin_3}}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{{actividad1_3}}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{{actividad2_3}}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MX" sz="1100">
                <a:solidFill>
                  <a:schemeClr val="dk1"/>
                </a:solidFill>
              </a:rPr>
              <a:t>{{actividad3_3}}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286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"/>
          <p:cNvSpPr txBox="1"/>
          <p:nvPr/>
        </p:nvSpPr>
        <p:spPr>
          <a:xfrm>
            <a:off x="4443726" y="549275"/>
            <a:ext cx="2998224" cy="267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Experiencia profesional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1" name="Google Shape;1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0" y="6539103"/>
            <a:ext cx="1539634" cy="267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"/>
          <p:cNvSpPr/>
          <p:nvPr/>
        </p:nvSpPr>
        <p:spPr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"/>
          <p:cNvSpPr txBox="1"/>
          <p:nvPr/>
        </p:nvSpPr>
        <p:spPr>
          <a:xfrm>
            <a:off x="335300" y="4290477"/>
            <a:ext cx="3348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r>
              <a:rPr lang="es-MX" sz="1050">
                <a:solidFill>
                  <a:schemeClr val="lt2"/>
                </a:solidFill>
              </a:rPr>
              <a:t>{{hab_duras}}</a:t>
            </a:r>
            <a:endParaRPr sz="1050">
              <a:solidFill>
                <a:schemeClr val="lt2"/>
              </a:solidFill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</a:pPr>
            <a:r>
              <a:rPr lang="es-MX" sz="1050">
                <a:solidFill>
                  <a:schemeClr val="lt2"/>
                </a:solidFill>
              </a:rPr>
              <a:t>{{herramientas}}</a:t>
            </a:r>
            <a:endParaRPr sz="1050">
              <a:solidFill>
                <a:schemeClr val="lt2"/>
              </a:solidFill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</a:pPr>
            <a:r>
              <a:rPr b="0" i="0" lang="es-MX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Idiomas: </a:t>
            </a:r>
            <a:r>
              <a:rPr lang="es-MX" sz="1050">
                <a:solidFill>
                  <a:schemeClr val="lt2"/>
                </a:solidFill>
              </a:rPr>
              <a:t>{{idiomas}}</a:t>
            </a:r>
            <a:r>
              <a:rPr b="0" i="0" lang="es-MX" sz="1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2024-12-02T23:39:31Z</dcterms:created>
  <dc:creator>Blanco Gonzalez, Oswaldo</dc:creator>
</cp:coreProperties>
</file>